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92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2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71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73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12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92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2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3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08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25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87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352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1025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940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022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75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E87D7-6427-4A53-BD9C-C7D3B67B15D3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7AC9A8B-C532-4EB2-AE19-757927FFBC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00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48443" y="374072"/>
            <a:ext cx="9144000" cy="1174087"/>
          </a:xfrm>
        </p:spPr>
        <p:txBody>
          <a:bodyPr/>
          <a:lstStyle/>
          <a:p>
            <a:r>
              <a:rPr lang="en-US" dirty="0" err="1"/>
              <a:t>HealthTrack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11984" y="3602038"/>
            <a:ext cx="2056015" cy="1655762"/>
          </a:xfrm>
        </p:spPr>
        <p:txBody>
          <a:bodyPr/>
          <a:lstStyle/>
          <a:p>
            <a:r>
              <a:rPr lang="ru-RU" dirty="0" smtClean="0"/>
              <a:t>Автор </a:t>
            </a:r>
            <a:r>
              <a:rPr lang="ru-RU" dirty="0" err="1" smtClean="0"/>
              <a:t>Кагиев</a:t>
            </a:r>
            <a:r>
              <a:rPr lang="ru-RU" dirty="0" smtClean="0"/>
              <a:t> А. А.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9761"/>
            <a:ext cx="7403869" cy="349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26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HealthTrack</a:t>
            </a:r>
            <a:r>
              <a:rPr lang="en-US" dirty="0" smtClean="0"/>
              <a:t> – </a:t>
            </a:r>
            <a:r>
              <a:rPr lang="ru-RU" dirty="0" smtClean="0"/>
              <a:t>что это такое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HealthTrack</a:t>
            </a:r>
            <a:r>
              <a:rPr lang="ru-RU" dirty="0"/>
              <a:t> — веб‑приложение для отслеживания веса, питания и тренировок с персональной статистикой и графиками </a:t>
            </a:r>
            <a:r>
              <a:rPr lang="ru-RU" dirty="0" smtClean="0"/>
              <a:t>прогресса.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912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Какие функции реализуются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Ключевые </a:t>
            </a:r>
            <a:r>
              <a:rPr lang="ru-RU" b="1" dirty="0" smtClean="0"/>
              <a:t>возможности:</a:t>
            </a:r>
          </a:p>
          <a:p>
            <a:pPr lvl="1"/>
            <a:r>
              <a:rPr lang="ru-RU" dirty="0"/>
              <a:t>отслеживание веса и расчёт ИМТ</a:t>
            </a:r>
            <a:endParaRPr lang="ru-RU" dirty="0" smtClean="0"/>
          </a:p>
          <a:p>
            <a:pPr lvl="1"/>
            <a:r>
              <a:rPr lang="ru-RU" dirty="0" smtClean="0"/>
              <a:t>дневник </a:t>
            </a:r>
            <a:r>
              <a:rPr lang="ru-RU" dirty="0"/>
              <a:t>питания с подсчётом </a:t>
            </a:r>
            <a:r>
              <a:rPr lang="ru-RU" dirty="0" smtClean="0"/>
              <a:t>калорий</a:t>
            </a:r>
            <a:endParaRPr lang="ru-RU" dirty="0"/>
          </a:p>
          <a:p>
            <a:pPr lvl="1"/>
            <a:r>
              <a:rPr lang="ru-RU" dirty="0" err="1" smtClean="0"/>
              <a:t>трекер</a:t>
            </a:r>
            <a:r>
              <a:rPr lang="ru-RU" dirty="0" smtClean="0"/>
              <a:t> тренировок</a:t>
            </a:r>
            <a:endParaRPr lang="ru-RU" dirty="0"/>
          </a:p>
          <a:p>
            <a:pPr lvl="1"/>
            <a:r>
              <a:rPr lang="ru-RU" dirty="0"/>
              <a:t>визуализация динамики веса и </a:t>
            </a:r>
            <a:r>
              <a:rPr lang="ru-RU" dirty="0" smtClean="0"/>
              <a:t>калорий</a:t>
            </a:r>
            <a:endParaRPr lang="ru-RU" dirty="0"/>
          </a:p>
          <a:p>
            <a:pPr lvl="1"/>
            <a:r>
              <a:rPr lang="ru-RU" dirty="0"/>
              <a:t>защита личных </a:t>
            </a:r>
            <a:r>
              <a:rPr lang="ru-RU" dirty="0" smtClean="0"/>
              <a:t>данных</a:t>
            </a:r>
          </a:p>
          <a:p>
            <a:pPr lvl="1"/>
            <a:r>
              <a:rPr lang="ru-RU" dirty="0" smtClean="0"/>
              <a:t>Записи тренировок</a:t>
            </a:r>
          </a:p>
          <a:p>
            <a:pPr lvl="1"/>
            <a:r>
              <a:rPr lang="ru-RU" dirty="0" smtClean="0"/>
              <a:t>Записи еды и калорий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948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Функционал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30036"/>
            <a:ext cx="4274127" cy="4846927"/>
          </a:xfrm>
        </p:spPr>
        <p:txBody>
          <a:bodyPr/>
          <a:lstStyle/>
          <a:p>
            <a:r>
              <a:rPr lang="ru-RU" dirty="0" smtClean="0"/>
              <a:t>При запуске приложения пользователю надо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smtClean="0"/>
              <a:t>1)</a:t>
            </a:r>
            <a:r>
              <a:rPr lang="ru-RU" dirty="0" smtClean="0"/>
              <a:t>авторизоваться 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108" y="2309290"/>
            <a:ext cx="7603375" cy="376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5522" y="241725"/>
            <a:ext cx="3292486" cy="1280890"/>
          </a:xfrm>
        </p:spPr>
        <p:txBody>
          <a:bodyPr/>
          <a:lstStyle/>
          <a:p>
            <a:r>
              <a:rPr lang="ru-RU" smtClean="0"/>
              <a:t>Функционал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4899" y="2025535"/>
            <a:ext cx="8915400" cy="634538"/>
          </a:xfrm>
        </p:spPr>
        <p:txBody>
          <a:bodyPr/>
          <a:lstStyle/>
          <a:p>
            <a:r>
              <a:rPr lang="en-US" dirty="0"/>
              <a:t>2)</a:t>
            </a:r>
            <a:r>
              <a:rPr lang="ru-RU" dirty="0"/>
              <a:t>добавить данные о весе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807" y="2342804"/>
            <a:ext cx="8359193" cy="43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0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11687" cy="128089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75410"/>
            <a:ext cx="8915400" cy="3777622"/>
          </a:xfrm>
        </p:spPr>
        <p:txBody>
          <a:bodyPr/>
          <a:lstStyle/>
          <a:p>
            <a:r>
              <a:rPr lang="ru-RU" dirty="0" smtClean="0"/>
              <a:t>3)Добавлять в течении дня ,как в заметки, записи о питании, о тренировках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12" y="3601943"/>
            <a:ext cx="8818587" cy="225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7659" y="2220154"/>
            <a:ext cx="8911687" cy="128089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Все записи будут хранится здесь</a:t>
            </a:r>
            <a:endParaRPr lang="ru-RU" sz="20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3" y="2978076"/>
            <a:ext cx="8915400" cy="2089297"/>
          </a:xfrm>
        </p:spPr>
      </p:pic>
    </p:spTree>
    <p:extLst>
      <p:ext uri="{BB962C8B-B14F-4D97-AF65-F5344CB8AC3E}">
        <p14:creationId xmlns:p14="http://schemas.microsoft.com/office/powerpoint/2010/main" val="225716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Так же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030" y="1905000"/>
            <a:ext cx="6770919" cy="3777622"/>
          </a:xfrm>
        </p:spPr>
        <p:txBody>
          <a:bodyPr/>
          <a:lstStyle/>
          <a:p>
            <a:r>
              <a:rPr lang="ru-RU" dirty="0" smtClean="0"/>
              <a:t>Исходя из записей приложение будет делать выводы про ваши показатели</a:t>
            </a:r>
          </a:p>
        </p:txBody>
      </p:sp>
    </p:spTree>
    <p:extLst>
      <p:ext uri="{BB962C8B-B14F-4D97-AF65-F5344CB8AC3E}">
        <p14:creationId xmlns:p14="http://schemas.microsoft.com/office/powerpoint/2010/main" val="2864901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34622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29</TotalTime>
  <Words>109</Words>
  <Application>Microsoft Office PowerPoint</Application>
  <PresentationFormat>Широкоэкранный</PresentationFormat>
  <Paragraphs>21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Легкий дым</vt:lpstr>
      <vt:lpstr>HealthTrack</vt:lpstr>
      <vt:lpstr>HealthTrack – что это такое</vt:lpstr>
      <vt:lpstr>Какие функции реализуются </vt:lpstr>
      <vt:lpstr>Функционал приложения</vt:lpstr>
      <vt:lpstr>Функционал</vt:lpstr>
      <vt:lpstr>Презентация PowerPoint</vt:lpstr>
      <vt:lpstr>Все записи будут хранится здесь</vt:lpstr>
      <vt:lpstr>Так же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HealthTrack</dc:title>
  <dc:creator>15</dc:creator>
  <cp:lastModifiedBy>15</cp:lastModifiedBy>
  <cp:revision>5</cp:revision>
  <dcterms:created xsi:type="dcterms:W3CDTF">2026-05-15T15:00:22Z</dcterms:created>
  <dcterms:modified xsi:type="dcterms:W3CDTF">2026-05-15T15:30:12Z</dcterms:modified>
</cp:coreProperties>
</file>